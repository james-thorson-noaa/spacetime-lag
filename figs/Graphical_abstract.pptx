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315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9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22363"/>
            <a:ext cx="621792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5486400" cy="1655762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2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2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709740"/>
            <a:ext cx="630936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4589465"/>
            <a:ext cx="6309360" cy="1500187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0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825625"/>
            <a:ext cx="3108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825625"/>
            <a:ext cx="3108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2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65127"/>
            <a:ext cx="630936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681163"/>
            <a:ext cx="3094672" cy="823912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505075"/>
            <a:ext cx="309467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681163"/>
            <a:ext cx="3109913" cy="823912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505075"/>
            <a:ext cx="310991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1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8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9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57200"/>
            <a:ext cx="2359342" cy="16002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987427"/>
            <a:ext cx="3703320" cy="4873625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057400"/>
            <a:ext cx="2359342" cy="3811588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57200"/>
            <a:ext cx="2359342" cy="16002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987427"/>
            <a:ext cx="3703320" cy="4873625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057400"/>
            <a:ext cx="2359342" cy="3811588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3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6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65125"/>
            <a:ext cx="157734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65125"/>
            <a:ext cx="464058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6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65127"/>
            <a:ext cx="63093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825625"/>
            <a:ext cx="63093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356352"/>
            <a:ext cx="1645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FC24D-6BAA-4D2D-9619-156F358AF84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6356352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6356352"/>
            <a:ext cx="1645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7EDC3-AC4A-42BF-A997-E64C63C7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7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03F67989-78D2-D1AC-2574-D5E1A9D3E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9" r="2695" b="80993"/>
          <a:stretch>
            <a:fillRect/>
          </a:stretch>
        </p:blipFill>
        <p:spPr>
          <a:xfrm>
            <a:off x="63380" y="1184808"/>
            <a:ext cx="4484452" cy="130350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374AF71-434E-3AE1-CC4A-A70D1A4CF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" t="34893" r="3334" b="48936"/>
          <a:stretch>
            <a:fillRect/>
          </a:stretch>
        </p:blipFill>
        <p:spPr>
          <a:xfrm>
            <a:off x="63380" y="2723927"/>
            <a:ext cx="4416358" cy="110895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008E435-24EF-7859-4606-EC76B6EEBD02}"/>
              </a:ext>
            </a:extLst>
          </p:cNvPr>
          <p:cNvSpPr txBox="1"/>
          <p:nvPr/>
        </p:nvSpPr>
        <p:spPr>
          <a:xfrm>
            <a:off x="97427" y="122492"/>
            <a:ext cx="7120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Spatio</a:t>
            </a:r>
            <a:r>
              <a:rPr lang="en-US" b="1" dirty="0"/>
              <a:t>-temporal distributed lags (STDL) </a:t>
            </a:r>
            <a:r>
              <a:rPr lang="en-US" dirty="0"/>
              <a:t>estimate covariate impacts on nearby habitats with lagged responses.</a:t>
            </a:r>
          </a:p>
          <a:p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9B6B64-0E5C-912A-45A7-5323B185873C}"/>
              </a:ext>
            </a:extLst>
          </p:cNvPr>
          <p:cNvSpPr txBox="1"/>
          <p:nvPr/>
        </p:nvSpPr>
        <p:spPr>
          <a:xfrm>
            <a:off x="97427" y="906836"/>
            <a:ext cx="4450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STDL is not significant for Pacific cod …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DBA76E-0C60-5D8E-07E7-99CA3046FAD7}"/>
              </a:ext>
            </a:extLst>
          </p:cNvPr>
          <p:cNvSpPr txBox="1"/>
          <p:nvPr/>
        </p:nvSpPr>
        <p:spPr>
          <a:xfrm>
            <a:off x="97427" y="2396953"/>
            <a:ext cx="445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 and is significant for capelin.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6BAE3EE-BBB3-F390-780E-04896DBD8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1" t="-223" r="74725" b="194"/>
          <a:stretch>
            <a:fillRect/>
          </a:stretch>
        </p:blipFill>
        <p:spPr>
          <a:xfrm>
            <a:off x="5261717" y="571451"/>
            <a:ext cx="1057558" cy="411603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8866AD2-D7C5-76BF-84EA-33B556F9F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5" r="44877" b="5354"/>
          <a:stretch>
            <a:fillRect/>
          </a:stretch>
        </p:blipFill>
        <p:spPr>
          <a:xfrm>
            <a:off x="6319275" y="571451"/>
            <a:ext cx="898498" cy="38944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FEF31DD-179B-2E25-527F-63E4AB9DA32C}"/>
                  </a:ext>
                </a:extLst>
              </p:cNvPr>
              <p:cNvSpPr txBox="1"/>
              <p:nvPr/>
            </p:nvSpPr>
            <p:spPr>
              <a:xfrm>
                <a:off x="164717" y="3808306"/>
                <a:ext cx="42817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… and this results in different “effective” temperature anomalies (in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1600" dirty="0"/>
                  <a:t>) for 2013-2016.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FEF31DD-179B-2E25-527F-63E4AB9DA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17" y="3808306"/>
                <a:ext cx="4281777" cy="584775"/>
              </a:xfrm>
              <a:prstGeom prst="rect">
                <a:avLst/>
              </a:prstGeom>
              <a:blipFill>
                <a:blip r:embed="rId4"/>
                <a:stretch>
                  <a:fillRect l="-712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053D55E1-137F-B1F9-BE57-D0C73C7444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" t="2159" r="19008" b="80993"/>
          <a:stretch>
            <a:fillRect/>
          </a:stretch>
        </p:blipFill>
        <p:spPr>
          <a:xfrm>
            <a:off x="0" y="4510011"/>
            <a:ext cx="4581074" cy="115543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071C095-38DB-1D78-3BB0-770C9DD1DB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5" t="35014" r="19008" b="48406"/>
          <a:stretch>
            <a:fillRect/>
          </a:stretch>
        </p:blipFill>
        <p:spPr>
          <a:xfrm>
            <a:off x="164717" y="5657354"/>
            <a:ext cx="4416358" cy="1137036"/>
          </a:xfrm>
          <a:prstGeom prst="rect">
            <a:avLst/>
          </a:prstGeom>
        </p:spPr>
      </p:pic>
      <p:pic>
        <p:nvPicPr>
          <p:cNvPr id="55" name="Picture 54" descr="logo.png">
            <a:extLst>
              <a:ext uri="{FF2B5EF4-FFF2-40B4-BE49-F238E27FC236}">
                <a16:creationId xmlns:a16="http://schemas.microsoft.com/office/drawing/2014/main" id="{0B5C8FB5-838F-17E2-2B49-7CDB00BA3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068" y="4544461"/>
            <a:ext cx="1914695" cy="221060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389A756-5C95-24F7-8E4C-74907D463C9B}"/>
              </a:ext>
            </a:extLst>
          </p:cNvPr>
          <p:cNvSpPr txBox="1"/>
          <p:nvPr/>
        </p:nvSpPr>
        <p:spPr>
          <a:xfrm rot="16200000">
            <a:off x="4454517" y="1402645"/>
            <a:ext cx="1037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AIC weight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2B57B6A-4AC5-6ED6-16DD-42E9AE8F42F2}"/>
                  </a:ext>
                </a:extLst>
              </p:cNvPr>
              <p:cNvSpPr txBox="1"/>
              <p:nvPr/>
            </p:nvSpPr>
            <p:spPr>
              <a:xfrm rot="16200000">
                <a:off x="4403282" y="2270407"/>
                <a:ext cx="103746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Time correlation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yea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2B57B6A-4AC5-6ED6-16DD-42E9AE8F4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03282" y="2270407"/>
                <a:ext cx="1037463" cy="738664"/>
              </a:xfrm>
              <a:prstGeom prst="rect">
                <a:avLst/>
              </a:prstGeom>
              <a:blipFill>
                <a:blip r:embed="rId7"/>
                <a:stretch>
                  <a:fillRect l="-1653" t="-4118" r="-7438" b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BF7FA431-237A-8BB4-4843-3C36B3404C89}"/>
              </a:ext>
            </a:extLst>
          </p:cNvPr>
          <p:cNvSpPr txBox="1"/>
          <p:nvPr/>
        </p:nvSpPr>
        <p:spPr>
          <a:xfrm rot="16200000">
            <a:off x="4385856" y="3464909"/>
            <a:ext cx="1037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Spatial diffusion (km)</a:t>
            </a:r>
          </a:p>
        </p:txBody>
      </p:sp>
    </p:spTree>
    <p:extLst>
      <p:ext uri="{BB962C8B-B14F-4D97-AF65-F5344CB8AC3E}">
        <p14:creationId xmlns:p14="http://schemas.microsoft.com/office/powerpoint/2010/main" val="3883939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62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>NOAA Fisheries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James.Thorson</dc:creator>
  <cp:lastModifiedBy>James.Thorson</cp:lastModifiedBy>
  <cp:revision>5</cp:revision>
  <dcterms:created xsi:type="dcterms:W3CDTF">2026-07-08T17:51:52Z</dcterms:created>
  <dcterms:modified xsi:type="dcterms:W3CDTF">2026-07-08T17:55:39Z</dcterms:modified>
</cp:coreProperties>
</file>